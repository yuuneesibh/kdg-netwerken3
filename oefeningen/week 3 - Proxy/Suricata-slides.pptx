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png" ContentType="image/png"/>
  <Override PartName="/ppt/media/image6.png" ContentType="image/png"/>
  <Override PartName="/ppt/media/image7.jpeg" ContentType="image/jpeg"/>
  <Override PartName="/ppt/media/image8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45259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>
              <a:spcBef>
                <a:spcPts val="598"/>
              </a:spcBef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864720" y="442800"/>
            <a:ext cx="7954920" cy="50893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>
              <a:spcBef>
                <a:spcPts val="598"/>
              </a:spcBef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968640"/>
            <a:ext cx="40158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674240" y="3968640"/>
            <a:ext cx="40158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3968640"/>
            <a:ext cx="822924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3968640"/>
            <a:ext cx="822924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457200" y="3968640"/>
            <a:ext cx="40158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674240" y="3968640"/>
            <a:ext cx="40158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3968640"/>
            <a:ext cx="26496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3968640"/>
            <a:ext cx="26496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3968640"/>
            <a:ext cx="2649600" cy="2158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9142200" cy="6856200"/>
          </a:xfrm>
          <a:custGeom>
            <a:avLst/>
            <a:gdLst/>
            <a:ahLst/>
            <a:rect l="l" t="t" r="r" b="b"/>
            <a:pathLst>
              <a:path w="13487400" h="7581900">
                <a:moveTo>
                  <a:pt x="12083732" y="0"/>
                </a:moveTo>
                <a:lnTo>
                  <a:pt x="3320440" y="0"/>
                </a:lnTo>
                <a:lnTo>
                  <a:pt x="0" y="826719"/>
                </a:lnTo>
                <a:lnTo>
                  <a:pt x="0" y="4931460"/>
                </a:lnTo>
                <a:lnTo>
                  <a:pt x="702690" y="7581900"/>
                </a:lnTo>
                <a:lnTo>
                  <a:pt x="11045558" y="7581900"/>
                </a:lnTo>
                <a:lnTo>
                  <a:pt x="13487400" y="6973925"/>
                </a:lnTo>
                <a:lnTo>
                  <a:pt x="13487400" y="5294325"/>
                </a:lnTo>
                <a:lnTo>
                  <a:pt x="1208373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" name="" descr=""/>
          <p:cNvPicPr/>
          <p:nvPr/>
        </p:nvPicPr>
        <p:blipFill>
          <a:blip r:embed="rId2"/>
          <a:stretch/>
        </p:blipFill>
        <p:spPr>
          <a:xfrm>
            <a:off x="1818720" y="6458400"/>
            <a:ext cx="303120" cy="227520"/>
          </a:xfrm>
          <a:prstGeom prst="rect">
            <a:avLst/>
          </a:prstGeom>
          <a:ln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864720" y="442800"/>
            <a:ext cx="7954920" cy="1097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1" lang="nl-BE" sz="2800" spc="-1" strike="noStrike">
                <a:solidFill>
                  <a:srgbClr val="000000"/>
                </a:solidFill>
                <a:latin typeface="Arial Narrow"/>
              </a:rPr>
              <a:t>Click to edit the title text format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3" name="CustomShape 3"/>
          <p:cNvSpPr/>
          <p:nvPr/>
        </p:nvSpPr>
        <p:spPr>
          <a:xfrm>
            <a:off x="3545640" y="122400"/>
            <a:ext cx="4659480" cy="32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r">
              <a:lnSpc>
                <a:spcPct val="9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GB" sz="1600" spc="-1" strike="noStrike">
                <a:solidFill>
                  <a:srgbClr val="000099"/>
                </a:solidFill>
                <a:latin typeface="Times New Roman"/>
              </a:rPr>
              <a:t>Suricata</a:t>
            </a:r>
            <a:endParaRPr b="0" lang="nl-B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5072400" y="6451560"/>
            <a:ext cx="703440" cy="442440"/>
            <a:chOff x="5072400" y="6451560"/>
            <a:chExt cx="703440" cy="442440"/>
          </a:xfrm>
        </p:grpSpPr>
        <p:sp>
          <p:nvSpPr>
            <p:cNvPr id="5" name="CustomShape 5"/>
            <p:cNvSpPr/>
            <p:nvPr/>
          </p:nvSpPr>
          <p:spPr>
            <a:xfrm>
              <a:off x="5072400" y="6451560"/>
              <a:ext cx="703440" cy="442440"/>
            </a:xfrm>
            <a:custGeom>
              <a:avLst/>
              <a:gdLst/>
              <a:ahLst/>
              <a:rect l="0" t="0" r="r" b="b"/>
              <a:pathLst>
                <a:path w="1956" h="1231">
                  <a:moveTo>
                    <a:pt x="7" y="0"/>
                  </a:moveTo>
                  <a:lnTo>
                    <a:pt x="8" y="0"/>
                  </a:lnTo>
                  <a:cubicBezTo>
                    <a:pt x="7" y="0"/>
                    <a:pt x="5" y="0"/>
                    <a:pt x="4" y="1"/>
                  </a:cubicBezTo>
                  <a:cubicBezTo>
                    <a:pt x="3" y="2"/>
                    <a:pt x="2" y="3"/>
                    <a:pt x="1" y="4"/>
                  </a:cubicBezTo>
                  <a:cubicBezTo>
                    <a:pt x="0" y="5"/>
                    <a:pt x="0" y="7"/>
                    <a:pt x="0" y="8"/>
                  </a:cubicBezTo>
                  <a:lnTo>
                    <a:pt x="0" y="1222"/>
                  </a:lnTo>
                  <a:lnTo>
                    <a:pt x="0" y="1222"/>
                  </a:lnTo>
                  <a:cubicBezTo>
                    <a:pt x="0" y="1223"/>
                    <a:pt x="0" y="1225"/>
                    <a:pt x="1" y="1226"/>
                  </a:cubicBezTo>
                  <a:cubicBezTo>
                    <a:pt x="2" y="1227"/>
                    <a:pt x="3" y="1228"/>
                    <a:pt x="4" y="1229"/>
                  </a:cubicBezTo>
                  <a:cubicBezTo>
                    <a:pt x="5" y="1230"/>
                    <a:pt x="7" y="1230"/>
                    <a:pt x="8" y="1230"/>
                  </a:cubicBezTo>
                  <a:lnTo>
                    <a:pt x="1947" y="1230"/>
                  </a:lnTo>
                  <a:lnTo>
                    <a:pt x="1947" y="1230"/>
                  </a:lnTo>
                  <a:cubicBezTo>
                    <a:pt x="1948" y="1230"/>
                    <a:pt x="1950" y="1230"/>
                    <a:pt x="1951" y="1229"/>
                  </a:cubicBezTo>
                  <a:cubicBezTo>
                    <a:pt x="1952" y="1228"/>
                    <a:pt x="1953" y="1227"/>
                    <a:pt x="1954" y="1226"/>
                  </a:cubicBezTo>
                  <a:cubicBezTo>
                    <a:pt x="1955" y="1225"/>
                    <a:pt x="1955" y="1223"/>
                    <a:pt x="1955" y="1222"/>
                  </a:cubicBezTo>
                  <a:lnTo>
                    <a:pt x="1955" y="7"/>
                  </a:lnTo>
                  <a:lnTo>
                    <a:pt x="1955" y="8"/>
                  </a:lnTo>
                  <a:lnTo>
                    <a:pt x="1955" y="8"/>
                  </a:lnTo>
                  <a:cubicBezTo>
                    <a:pt x="1955" y="7"/>
                    <a:pt x="1955" y="5"/>
                    <a:pt x="1954" y="4"/>
                  </a:cubicBezTo>
                  <a:cubicBezTo>
                    <a:pt x="1953" y="3"/>
                    <a:pt x="1952" y="2"/>
                    <a:pt x="1951" y="1"/>
                  </a:cubicBezTo>
                  <a:cubicBezTo>
                    <a:pt x="1950" y="0"/>
                    <a:pt x="1948" y="0"/>
                    <a:pt x="1947" y="0"/>
                  </a:cubicBezTo>
                  <a:lnTo>
                    <a:pt x="7" y="0"/>
                  </a:lnTo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CustomShape 6"/>
            <p:cNvSpPr/>
            <p:nvPr/>
          </p:nvSpPr>
          <p:spPr>
            <a:xfrm>
              <a:off x="5072400" y="6451560"/>
              <a:ext cx="703440" cy="325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>
              <a:spAutoFit/>
            </a:bodyPr>
            <a:p>
              <a:pPr algn="ctr">
                <a:lnSpc>
                  <a:spcPct val="95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fld id="{2016495F-89F6-4EC8-A2EF-BEE88335836D}" type="slidenum">
                <a:rPr b="1" lang="en-GB" sz="1600" spc="-1" strike="noStrike">
                  <a:solidFill>
                    <a:srgbClr val="000080"/>
                  </a:solidFill>
                  <a:latin typeface="Times New Roman"/>
                </a:rPr>
                <a:t>&lt;number&gt;</a:t>
              </a:fld>
              <a:endParaRPr b="0" lang="nl-BE" sz="1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7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Click to edit the outline text format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4760" indent="-277560">
              <a:spcBef>
                <a:spcPts val="598"/>
              </a:spcBef>
              <a:buClr>
                <a:srgbClr val="ccff00"/>
              </a:buClr>
              <a:buSzPct val="50000"/>
              <a:buFont typeface="Wingdings" charset="2"/>
              <a:buChar char=""/>
              <a:tabLst>
                <a:tab algn="l" pos="163440"/>
                <a:tab algn="l" pos="612720"/>
                <a:tab algn="l" pos="1062000"/>
                <a:tab algn="l" pos="1511280"/>
                <a:tab algn="l" pos="1960560"/>
                <a:tab algn="l" pos="2409480"/>
                <a:tab algn="l" pos="2858760"/>
                <a:tab algn="l" pos="3308040"/>
                <a:tab algn="l" pos="3757320"/>
                <a:tab algn="l" pos="4206600"/>
                <a:tab algn="l" pos="4655880"/>
                <a:tab algn="l" pos="5105160"/>
                <a:tab algn="l" pos="5554440"/>
                <a:tab algn="l" pos="6003720"/>
                <a:tab algn="l" pos="6453000"/>
                <a:tab algn="l" pos="6902280"/>
                <a:tab algn="l" pos="7351560"/>
                <a:tab algn="l" pos="7800840"/>
                <a:tab algn="l" pos="8250120"/>
                <a:tab algn="l" pos="8699400"/>
              </a:tabLst>
            </a:pPr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Second Outline Level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2" marL="1143000" indent="-228600">
              <a:spcBef>
                <a:spcPts val="499"/>
              </a:spcBef>
              <a:buClr>
                <a:srgbClr val="ccff00"/>
              </a:buClr>
              <a:buFont typeface="Times New Roman"/>
              <a:buChar char="-"/>
              <a:tabLst>
                <a:tab algn="l" pos="204480"/>
                <a:tab algn="l" pos="653760"/>
                <a:tab algn="l" pos="1103040"/>
                <a:tab algn="l" pos="1552320"/>
                <a:tab algn="l" pos="2001600"/>
                <a:tab algn="l" pos="2450880"/>
                <a:tab algn="l" pos="2900160"/>
                <a:tab algn="l" pos="3349440"/>
                <a:tab algn="l" pos="3798720"/>
                <a:tab algn="l" pos="4248000"/>
                <a:tab algn="l" pos="4697280"/>
                <a:tab algn="l" pos="5146560"/>
                <a:tab algn="l" pos="5595840"/>
                <a:tab algn="l" pos="6045120"/>
                <a:tab algn="l" pos="6494400"/>
                <a:tab algn="l" pos="6943680"/>
                <a:tab algn="l" pos="7392960"/>
                <a:tab algn="l" pos="7842240"/>
                <a:tab algn="l" pos="8291160"/>
                <a:tab algn="l" pos="8740440"/>
              </a:tabLst>
            </a:pPr>
            <a:r>
              <a:rPr b="0" lang="nl-BE" sz="2000" spc="-1" strike="noStrike">
                <a:solidFill>
                  <a:srgbClr val="000000"/>
                </a:solidFill>
                <a:latin typeface="Times New Roman"/>
              </a:rPr>
              <a:t>Third Outline Level</a:t>
            </a:r>
            <a:endParaRPr b="0" lang="nl-BE" sz="2000" spc="-1" strike="noStrike">
              <a:solidFill>
                <a:srgbClr val="000000"/>
              </a:solidFill>
              <a:latin typeface="Times New Roman"/>
            </a:endParaRPr>
          </a:p>
          <a:p>
            <a:pPr lvl="3" marL="1600200" indent="-228600">
              <a:spcBef>
                <a:spcPts val="448"/>
              </a:spcBef>
              <a:buClr>
                <a:srgbClr val="ccff00"/>
              </a:buClr>
              <a:buFont typeface="Times New Roman"/>
              <a:buChar char="•"/>
              <a:tabLst>
                <a:tab algn="l" pos="196560"/>
                <a:tab algn="l" pos="645840"/>
                <a:tab algn="l" pos="1095120"/>
                <a:tab algn="l" pos="1544400"/>
                <a:tab algn="l" pos="1993680"/>
                <a:tab algn="l" pos="2442960"/>
                <a:tab algn="l" pos="2892240"/>
                <a:tab algn="l" pos="3341520"/>
                <a:tab algn="l" pos="3790800"/>
                <a:tab algn="l" pos="4240080"/>
                <a:tab algn="l" pos="4689360"/>
                <a:tab algn="l" pos="5138640"/>
                <a:tab algn="l" pos="5587920"/>
                <a:tab algn="l" pos="6037200"/>
                <a:tab algn="l" pos="6486480"/>
                <a:tab algn="l" pos="6935760"/>
                <a:tab algn="l" pos="7385040"/>
                <a:tab algn="l" pos="7833960"/>
                <a:tab algn="l" pos="8283240"/>
                <a:tab algn="l" pos="8732520"/>
              </a:tabLst>
            </a:pPr>
            <a:r>
              <a:rPr b="0" lang="nl-BE" sz="1800" spc="-1" strike="noStrike">
                <a:solidFill>
                  <a:srgbClr val="000000"/>
                </a:solidFill>
                <a:latin typeface="Times New Roman"/>
              </a:rPr>
              <a:t>Fourth Outline Level</a:t>
            </a:r>
            <a:endParaRPr b="0" lang="nl-BE" sz="1800" spc="-1" strike="noStrike">
              <a:solidFill>
                <a:srgbClr val="000000"/>
              </a:solidFill>
              <a:latin typeface="Times New Roman"/>
            </a:endParaRPr>
          </a:p>
          <a:p>
            <a:pPr lvl="4" marL="2057400" indent="-228600">
              <a:spcBef>
                <a:spcPts val="400"/>
              </a:spcBef>
              <a:buClr>
                <a:srgbClr val="ccff00"/>
              </a:buClr>
              <a:buFont typeface="Times New Roman"/>
              <a:buChar char="–"/>
              <a:tabLst>
                <a:tab algn="l" pos="188640"/>
                <a:tab algn="l" pos="637920"/>
                <a:tab algn="l" pos="1087200"/>
                <a:tab algn="l" pos="1536480"/>
                <a:tab algn="l" pos="1985760"/>
                <a:tab algn="l" pos="2435040"/>
                <a:tab algn="l" pos="2884320"/>
                <a:tab algn="l" pos="3333600"/>
                <a:tab algn="l" pos="3782880"/>
                <a:tab algn="l" pos="4232160"/>
                <a:tab algn="l" pos="4681440"/>
                <a:tab algn="l" pos="5130720"/>
                <a:tab algn="l" pos="5580000"/>
                <a:tab algn="l" pos="6029280"/>
                <a:tab algn="l" pos="6478560"/>
                <a:tab algn="l" pos="6927840"/>
                <a:tab algn="l" pos="7376760"/>
                <a:tab algn="l" pos="7826040"/>
                <a:tab algn="l" pos="8275320"/>
                <a:tab algn="l" pos="8724600"/>
              </a:tabLst>
            </a:pPr>
            <a:r>
              <a:rPr b="0" lang="nl-BE" sz="1600" spc="-1" strike="noStrike">
                <a:solidFill>
                  <a:srgbClr val="000000"/>
                </a:solidFill>
                <a:latin typeface="Times New Roman"/>
              </a:rPr>
              <a:t>Fifth Outline Level</a:t>
            </a:r>
            <a:endParaRPr b="0" lang="nl-BE" sz="1600" spc="-1" strike="noStrike">
              <a:solidFill>
                <a:srgbClr val="000000"/>
              </a:solidFill>
              <a:latin typeface="Times New Roman"/>
            </a:endParaRPr>
          </a:p>
          <a:p>
            <a:pPr lvl="5" marL="2057400" indent="-228600">
              <a:spcBef>
                <a:spcPts val="400"/>
              </a:spcBef>
              <a:buClr>
                <a:srgbClr val="ccff00"/>
              </a:buClr>
              <a:buFont typeface="Times New Roman"/>
              <a:buChar char="–"/>
              <a:tabLst>
                <a:tab algn="l" pos="188640"/>
                <a:tab algn="l" pos="637920"/>
                <a:tab algn="l" pos="1087200"/>
                <a:tab algn="l" pos="1536480"/>
                <a:tab algn="l" pos="1985760"/>
                <a:tab algn="l" pos="2435040"/>
                <a:tab algn="l" pos="2884320"/>
                <a:tab algn="l" pos="3333600"/>
                <a:tab algn="l" pos="3782880"/>
                <a:tab algn="l" pos="4232160"/>
                <a:tab algn="l" pos="4681440"/>
                <a:tab algn="l" pos="5130720"/>
                <a:tab algn="l" pos="5580000"/>
                <a:tab algn="l" pos="6029280"/>
                <a:tab algn="l" pos="6478560"/>
                <a:tab algn="l" pos="6927840"/>
                <a:tab algn="l" pos="7376760"/>
                <a:tab algn="l" pos="7826040"/>
                <a:tab algn="l" pos="8275320"/>
                <a:tab algn="l" pos="8724600"/>
              </a:tabLst>
            </a:pPr>
            <a:r>
              <a:rPr b="0" lang="nl-BE" sz="1600" spc="-1" strike="noStrike">
                <a:solidFill>
                  <a:srgbClr val="000000"/>
                </a:solidFill>
                <a:latin typeface="Times New Roman"/>
              </a:rPr>
              <a:t>Sixth Outline Level</a:t>
            </a:r>
            <a:endParaRPr b="0" lang="nl-BE" sz="1600" spc="-1" strike="noStrike">
              <a:solidFill>
                <a:srgbClr val="000000"/>
              </a:solidFill>
              <a:latin typeface="Times New Roman"/>
            </a:endParaRPr>
          </a:p>
          <a:p>
            <a:pPr lvl="6" marL="2057400" indent="-228600">
              <a:spcBef>
                <a:spcPts val="400"/>
              </a:spcBef>
              <a:buClr>
                <a:srgbClr val="ccff00"/>
              </a:buClr>
              <a:buFont typeface="Times New Roman"/>
              <a:buChar char="–"/>
              <a:tabLst>
                <a:tab algn="l" pos="188640"/>
                <a:tab algn="l" pos="637920"/>
                <a:tab algn="l" pos="1087200"/>
                <a:tab algn="l" pos="1536480"/>
                <a:tab algn="l" pos="1985760"/>
                <a:tab algn="l" pos="2435040"/>
                <a:tab algn="l" pos="2884320"/>
                <a:tab algn="l" pos="3333600"/>
                <a:tab algn="l" pos="3782880"/>
                <a:tab algn="l" pos="4232160"/>
                <a:tab algn="l" pos="4681440"/>
                <a:tab algn="l" pos="5130720"/>
                <a:tab algn="l" pos="5580000"/>
                <a:tab algn="l" pos="6029280"/>
                <a:tab algn="l" pos="6478560"/>
                <a:tab algn="l" pos="6927840"/>
                <a:tab algn="l" pos="7376760"/>
                <a:tab algn="l" pos="7826040"/>
                <a:tab algn="l" pos="8275320"/>
                <a:tab algn="l" pos="8724600"/>
              </a:tabLst>
            </a:pPr>
            <a:r>
              <a:rPr b="0" lang="nl-BE" sz="1600" spc="-1" strike="noStrike">
                <a:solidFill>
                  <a:srgbClr val="000000"/>
                </a:solidFill>
                <a:latin typeface="Times New Roman"/>
              </a:rPr>
              <a:t>Seventh Outline Level</a:t>
            </a:r>
            <a:endParaRPr b="0" lang="nl-BE" sz="1600" spc="-1" strike="noStrike">
              <a:solidFill>
                <a:srgbClr val="000000"/>
              </a:solidFill>
              <a:latin typeface="Times New Roman"/>
            </a:endParaRPr>
          </a:p>
          <a:p>
            <a:pPr lvl="7" marL="2057400" indent="-228600">
              <a:spcBef>
                <a:spcPts val="400"/>
              </a:spcBef>
              <a:buClr>
                <a:srgbClr val="ccff00"/>
              </a:buClr>
              <a:buFont typeface="Times New Roman"/>
              <a:buChar char="–"/>
              <a:tabLst>
                <a:tab algn="l" pos="188640"/>
                <a:tab algn="l" pos="637920"/>
                <a:tab algn="l" pos="1087200"/>
                <a:tab algn="l" pos="1536480"/>
                <a:tab algn="l" pos="1985760"/>
                <a:tab algn="l" pos="2435040"/>
                <a:tab algn="l" pos="2884320"/>
                <a:tab algn="l" pos="3333600"/>
                <a:tab algn="l" pos="3782880"/>
                <a:tab algn="l" pos="4232160"/>
                <a:tab algn="l" pos="4681440"/>
                <a:tab algn="l" pos="5130720"/>
                <a:tab algn="l" pos="5580000"/>
                <a:tab algn="l" pos="6029280"/>
                <a:tab algn="l" pos="6478560"/>
                <a:tab algn="l" pos="6927840"/>
                <a:tab algn="l" pos="7376760"/>
                <a:tab algn="l" pos="7826040"/>
                <a:tab algn="l" pos="8275320"/>
                <a:tab algn="l" pos="8724600"/>
              </a:tabLst>
            </a:pPr>
            <a:r>
              <a:rPr b="0" lang="nl-BE" sz="1600" spc="-1" strike="noStrike">
                <a:solidFill>
                  <a:srgbClr val="000000"/>
                </a:solidFill>
                <a:latin typeface="Times New Roman"/>
              </a:rPr>
              <a:t>Eighth Outline Level</a:t>
            </a:r>
            <a:endParaRPr b="0" lang="nl-BE" sz="1600" spc="-1" strike="noStrike">
              <a:solidFill>
                <a:srgbClr val="000000"/>
              </a:solidFill>
              <a:latin typeface="Times New Roman"/>
            </a:endParaRPr>
          </a:p>
          <a:p>
            <a:pPr lvl="8" marL="2057400" indent="-228600">
              <a:spcBef>
                <a:spcPts val="400"/>
              </a:spcBef>
              <a:buClr>
                <a:srgbClr val="ccff00"/>
              </a:buClr>
              <a:buFont typeface="Times New Roman"/>
              <a:buChar char="–"/>
              <a:tabLst>
                <a:tab algn="l" pos="188640"/>
                <a:tab algn="l" pos="637920"/>
                <a:tab algn="l" pos="1087200"/>
                <a:tab algn="l" pos="1536480"/>
                <a:tab algn="l" pos="1985760"/>
                <a:tab algn="l" pos="2435040"/>
                <a:tab algn="l" pos="2884320"/>
                <a:tab algn="l" pos="3333600"/>
                <a:tab algn="l" pos="3782880"/>
                <a:tab algn="l" pos="4232160"/>
                <a:tab algn="l" pos="4681440"/>
                <a:tab algn="l" pos="5130720"/>
                <a:tab algn="l" pos="5580000"/>
                <a:tab algn="l" pos="6029280"/>
                <a:tab algn="l" pos="6478560"/>
                <a:tab algn="l" pos="6927840"/>
                <a:tab algn="l" pos="7376760"/>
                <a:tab algn="l" pos="7826040"/>
                <a:tab algn="l" pos="8275320"/>
                <a:tab algn="l" pos="8724600"/>
              </a:tabLst>
            </a:pPr>
            <a:r>
              <a:rPr b="0" lang="nl-BE" sz="1600" spc="-1" strike="noStrike">
                <a:solidFill>
                  <a:srgbClr val="000000"/>
                </a:solidFill>
                <a:latin typeface="Times New Roman"/>
              </a:rPr>
              <a:t>Ninth Outline Level</a:t>
            </a:r>
            <a:endParaRPr b="0" lang="nl-B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49640" y="6399000"/>
            <a:ext cx="1395360" cy="344160"/>
            <a:chOff x="1349640" y="6399000"/>
            <a:chExt cx="1395360" cy="344160"/>
          </a:xfrm>
        </p:grpSpPr>
        <p:sp>
          <p:nvSpPr>
            <p:cNvPr id="9" name="CustomShape 9"/>
            <p:cNvSpPr/>
            <p:nvPr/>
          </p:nvSpPr>
          <p:spPr>
            <a:xfrm>
              <a:off x="1349640" y="6399000"/>
              <a:ext cx="1395360" cy="3441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0" name="" descr=""/>
            <p:cNvPicPr/>
            <p:nvPr/>
          </p:nvPicPr>
          <p:blipFill>
            <a:blip r:embed="rId3"/>
            <a:stretch/>
          </p:blipFill>
          <p:spPr>
            <a:xfrm>
              <a:off x="1388880" y="6429600"/>
              <a:ext cx="1221480" cy="290160"/>
            </a:xfrm>
            <a:prstGeom prst="rect">
              <a:avLst/>
            </a:prstGeom>
            <a:ln>
              <a:noFill/>
            </a:ln>
          </p:spPr>
        </p:pic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Shape 1"/>
          <p:cNvSpPr txBox="1"/>
          <p:nvPr/>
        </p:nvSpPr>
        <p:spPr>
          <a:xfrm>
            <a:off x="685800" y="2285640"/>
            <a:ext cx="7772400" cy="1143360"/>
          </a:xfrm>
          <a:prstGeom prst="rect">
            <a:avLst/>
          </a:prstGeom>
          <a:noFill/>
          <a:ln>
            <a:noFill/>
          </a:ln>
        </p:spPr>
        <p:txBody>
          <a:bodyPr lIns="90000" rIns="90000" tIns="57240" bIns="46800" anchor="ctr">
            <a:noAutofit/>
          </a:bodyPr>
          <a:p>
            <a:pPr algn="ctr">
              <a:lnSpc>
                <a:spcPct val="98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BE" sz="2800" spc="-1" strike="noStrike">
                <a:solidFill>
                  <a:srgbClr val="000000"/>
                </a:solidFill>
                <a:latin typeface="Arial Narrow"/>
              </a:rPr>
              <a:t>Suricata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</p:spTree>
  </p:cSld>
  <p:transition spd="slow">
    <p:comb dir="horz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865080" y="725400"/>
            <a:ext cx="7772400" cy="533880"/>
          </a:xfrm>
          <a:prstGeom prst="rect">
            <a:avLst/>
          </a:prstGeom>
          <a:noFill/>
          <a:ln>
            <a:noFill/>
          </a:ln>
        </p:spPr>
        <p:txBody>
          <a:bodyPr lIns="90000" rIns="90000" tIns="57240" bIns="46800" anchor="ctr">
            <a:noAutofit/>
          </a:bodyPr>
          <a:p>
            <a:pPr>
              <a:lnSpc>
                <a:spcPct val="98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BE" sz="2800" spc="-1" strike="noStrike">
                <a:solidFill>
                  <a:srgbClr val="000000"/>
                </a:solidFill>
                <a:latin typeface="Arial Narrow"/>
              </a:rPr>
              <a:t>Wat is suricata ?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824040" y="1523520"/>
            <a:ext cx="7634160" cy="4419720"/>
          </a:xfrm>
          <a:prstGeom prst="rect">
            <a:avLst/>
          </a:prstGeom>
          <a:noFill/>
          <a:ln>
            <a:noFill/>
          </a:ln>
        </p:spPr>
        <p:txBody>
          <a:bodyPr lIns="90000" rIns="90000" tIns="68040" bIns="46800">
            <a:normAutofit/>
          </a:bodyPr>
          <a:p>
            <a:pPr marL="341280" indent="-341280">
              <a:lnSpc>
                <a:spcPct val="93000"/>
              </a:lnSpc>
              <a:spcBef>
                <a:spcPts val="598"/>
              </a:spcBef>
              <a:buClr>
                <a:srgbClr val="00cc99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Times New Roman"/>
              </a:rPr>
              <a:t>Intrusion Detection Systeem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41280" indent="-341280">
              <a:lnSpc>
                <a:spcPct val="93000"/>
              </a:lnSpc>
              <a:spcBef>
                <a:spcPts val="598"/>
              </a:spcBef>
              <a:buClr>
                <a:srgbClr val="00cc99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en-GB" sz="2400" spc="-1" strike="noStrike">
                <a:solidFill>
                  <a:srgbClr val="000000"/>
                </a:solidFill>
                <a:latin typeface="Times New Roman"/>
              </a:rPr>
              <a:t>Intrusion Prevention Systeem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41280" indent="-341280">
              <a:lnSpc>
                <a:spcPct val="93000"/>
              </a:lnSpc>
              <a:spcBef>
                <a:spcPts val="598"/>
              </a:spcBef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0" name="Image 8" descr=""/>
          <p:cNvPicPr/>
          <p:nvPr/>
        </p:nvPicPr>
        <p:blipFill>
          <a:blip r:embed="rId1"/>
          <a:stretch/>
        </p:blipFill>
        <p:spPr>
          <a:xfrm>
            <a:off x="492480" y="2567160"/>
            <a:ext cx="7023240" cy="1114560"/>
          </a:xfrm>
          <a:prstGeom prst="rect">
            <a:avLst/>
          </a:prstGeom>
          <a:ln>
            <a:noFill/>
          </a:ln>
        </p:spPr>
      </p:pic>
    </p:spTree>
  </p:cSld>
  <p:transition spd="slow">
    <p:comb dir="horz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864720" y="442800"/>
            <a:ext cx="7954920" cy="109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nl-BE" sz="2800" spc="-1" strike="noStrike">
                <a:solidFill>
                  <a:srgbClr val="000000"/>
                </a:solidFill>
                <a:latin typeface="Arial Narrow"/>
              </a:rPr>
              <a:t>Suricata regels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457200" y="160452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alert tcp $DMZ1_NET any -&gt; any 80 (msg:"Tentative connexion DMZ1 http"; flow:established,to_server; content:!"|20|yum|2F|"; classtype:web-application-activity; sid:9201503; rev:2;)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Syntax :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4760" indent="-277560">
              <a:spcBef>
                <a:spcPts val="598"/>
              </a:spcBef>
              <a:buClr>
                <a:srgbClr val="ccff00"/>
              </a:buClr>
              <a:buSzPct val="50000"/>
              <a:buFont typeface="Wingdings" charset="2"/>
              <a:buChar char=""/>
              <a:tabLst>
                <a:tab algn="l" pos="163440"/>
                <a:tab algn="l" pos="612720"/>
                <a:tab algn="l" pos="1062000"/>
                <a:tab algn="l" pos="1511280"/>
                <a:tab algn="l" pos="1960560"/>
                <a:tab algn="l" pos="2409480"/>
                <a:tab algn="l" pos="2858760"/>
                <a:tab algn="l" pos="3308040"/>
                <a:tab algn="l" pos="3757320"/>
                <a:tab algn="l" pos="4206600"/>
                <a:tab algn="l" pos="4655880"/>
                <a:tab algn="l" pos="5105160"/>
                <a:tab algn="l" pos="5554440"/>
                <a:tab algn="l" pos="6003720"/>
                <a:tab algn="l" pos="6453000"/>
                <a:tab algn="l" pos="6902280"/>
                <a:tab algn="l" pos="7351560"/>
                <a:tab algn="l" pos="7800840"/>
                <a:tab algn="l" pos="8250120"/>
                <a:tab algn="l" pos="8699400"/>
              </a:tabLst>
            </a:pPr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Actie : alert, log, pass, drop …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4760" indent="-277560">
              <a:spcBef>
                <a:spcPts val="598"/>
              </a:spcBef>
              <a:buClr>
                <a:srgbClr val="ccff00"/>
              </a:buClr>
              <a:buSzPct val="50000"/>
              <a:buFont typeface="Wingdings" charset="2"/>
              <a:buChar char=""/>
              <a:tabLst>
                <a:tab algn="l" pos="163440"/>
                <a:tab algn="l" pos="612720"/>
                <a:tab algn="l" pos="1062000"/>
                <a:tab algn="l" pos="1511280"/>
                <a:tab algn="l" pos="1960560"/>
                <a:tab algn="l" pos="2409480"/>
                <a:tab algn="l" pos="2858760"/>
                <a:tab algn="l" pos="3308040"/>
                <a:tab algn="l" pos="3757320"/>
                <a:tab algn="l" pos="4206600"/>
                <a:tab algn="l" pos="4655880"/>
                <a:tab algn="l" pos="5105160"/>
                <a:tab algn="l" pos="5554440"/>
                <a:tab algn="l" pos="6003720"/>
                <a:tab algn="l" pos="6453000"/>
                <a:tab algn="l" pos="6902280"/>
                <a:tab algn="l" pos="7351560"/>
                <a:tab algn="l" pos="7800840"/>
                <a:tab algn="l" pos="8250120"/>
                <a:tab algn="l" pos="8699400"/>
              </a:tabLst>
            </a:pPr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Beperkingen : protocol source port direction destination port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4760" indent="-277560">
              <a:spcBef>
                <a:spcPts val="598"/>
              </a:spcBef>
              <a:buClr>
                <a:srgbClr val="ccff00"/>
              </a:buClr>
              <a:buSzPct val="50000"/>
              <a:buFont typeface="Wingdings" charset="2"/>
              <a:buChar char=""/>
              <a:tabLst>
                <a:tab algn="l" pos="163440"/>
                <a:tab algn="l" pos="612720"/>
                <a:tab algn="l" pos="1062000"/>
                <a:tab algn="l" pos="1511280"/>
                <a:tab algn="l" pos="1960560"/>
                <a:tab algn="l" pos="2409480"/>
                <a:tab algn="l" pos="2858760"/>
                <a:tab algn="l" pos="3308040"/>
                <a:tab algn="l" pos="3757320"/>
                <a:tab algn="l" pos="4206600"/>
                <a:tab algn="l" pos="4655880"/>
                <a:tab algn="l" pos="5105160"/>
                <a:tab algn="l" pos="5554440"/>
                <a:tab algn="l" pos="6003720"/>
                <a:tab algn="l" pos="6453000"/>
                <a:tab algn="l" pos="6902280"/>
                <a:tab algn="l" pos="7351560"/>
                <a:tab algn="l" pos="7800840"/>
                <a:tab algn="l" pos="8250120"/>
                <a:tab algn="l" pos="8699400"/>
              </a:tabLst>
            </a:pPr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Meta-settings : rules naam : parameters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transition spd="slow">
    <p:comb dir="horz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864720" y="442800"/>
            <a:ext cx="7954920" cy="109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nl-BE" sz="2800" spc="-1" strike="noStrike">
                <a:solidFill>
                  <a:srgbClr val="000000"/>
                </a:solidFill>
                <a:latin typeface="Arial Narrow"/>
              </a:rPr>
              <a:t>Meer dan snort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54" name="TextShape 2"/>
          <p:cNvSpPr txBox="1"/>
          <p:nvPr/>
        </p:nvSpPr>
        <p:spPr>
          <a:xfrm>
            <a:off x="457200" y="160452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(Her)samenstellen pakketten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Cleartext paswoorden of gecodeerd in base 64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Gebruik clouds (Dropbox, Onedrive…)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Gebruik P2P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Malware, Trojan, Virus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Informatie verzamelen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Brute Force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transition spd="slow">
    <p:comb dir="horz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865080" y="725400"/>
            <a:ext cx="7772400" cy="533880"/>
          </a:xfrm>
          <a:prstGeom prst="rect">
            <a:avLst/>
          </a:prstGeom>
          <a:noFill/>
          <a:ln>
            <a:noFill/>
          </a:ln>
        </p:spPr>
        <p:txBody>
          <a:bodyPr lIns="90000" rIns="90000" tIns="57240" bIns="46800" anchor="ctr">
            <a:noAutofit/>
          </a:bodyPr>
          <a:p>
            <a:pPr>
              <a:lnSpc>
                <a:spcPct val="98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BE" sz="2800" spc="-1" strike="noStrike">
                <a:solidFill>
                  <a:srgbClr val="000000"/>
                </a:solidFill>
                <a:latin typeface="Arial Narrow"/>
              </a:rPr>
              <a:t>Threat detectie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56" name="TextShape 2"/>
          <p:cNvSpPr txBox="1"/>
          <p:nvPr/>
        </p:nvSpPr>
        <p:spPr>
          <a:xfrm>
            <a:off x="824040" y="1523880"/>
            <a:ext cx="7634160" cy="4732560"/>
          </a:xfrm>
          <a:prstGeom prst="rect">
            <a:avLst/>
          </a:prstGeom>
          <a:noFill/>
          <a:ln>
            <a:noFill/>
          </a:ln>
        </p:spPr>
        <p:txBody>
          <a:bodyPr lIns="90000" rIns="90000" tIns="68040" bIns="46800">
            <a:normAutofit/>
          </a:bodyPr>
          <a:p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7" name="Espace réservé du contenu 6" descr=""/>
          <p:cNvPicPr/>
          <p:nvPr/>
        </p:nvPicPr>
        <p:blipFill>
          <a:blip r:embed="rId1"/>
          <a:stretch/>
        </p:blipFill>
        <p:spPr>
          <a:xfrm>
            <a:off x="1501920" y="2129040"/>
            <a:ext cx="5572800" cy="3574800"/>
          </a:xfrm>
          <a:prstGeom prst="rect">
            <a:avLst/>
          </a:prstGeom>
          <a:ln>
            <a:noFill/>
          </a:ln>
        </p:spPr>
      </p:pic>
      <p:sp>
        <p:nvSpPr>
          <p:cNvPr id="58" name="CustomShape 3"/>
          <p:cNvSpPr/>
          <p:nvPr/>
        </p:nvSpPr>
        <p:spPr>
          <a:xfrm>
            <a:off x="1244520" y="2596680"/>
            <a:ext cx="4463640" cy="1151280"/>
          </a:xfrm>
          <a:prstGeom prst="ellipse">
            <a:avLst/>
          </a:prstGeom>
          <a:solidFill>
            <a:schemeClr val="accent1">
              <a:alpha val="4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CustomShape 4"/>
          <p:cNvSpPr/>
          <p:nvPr/>
        </p:nvSpPr>
        <p:spPr>
          <a:xfrm>
            <a:off x="1028520" y="3605040"/>
            <a:ext cx="4843800" cy="1991880"/>
          </a:xfrm>
          <a:prstGeom prst="ellipse">
            <a:avLst/>
          </a:prstGeom>
          <a:solidFill>
            <a:schemeClr val="accent1">
              <a:alpha val="7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CustomShape 5"/>
          <p:cNvSpPr/>
          <p:nvPr/>
        </p:nvSpPr>
        <p:spPr>
          <a:xfrm>
            <a:off x="5512680" y="2957040"/>
            <a:ext cx="1523160" cy="1784160"/>
          </a:xfrm>
          <a:prstGeom prst="ellipse">
            <a:avLst/>
          </a:prstGeom>
          <a:solidFill>
            <a:schemeClr val="accent1">
              <a:alpha val="7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transition spd="slow">
    <p:comb dir="horz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864720" y="442800"/>
            <a:ext cx="7954920" cy="109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nl-BE" sz="2800" spc="-1" strike="noStrike">
                <a:solidFill>
                  <a:srgbClr val="000000"/>
                </a:solidFill>
                <a:latin typeface="Arial Narrow"/>
              </a:rPr>
              <a:t>Suricata bestanden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62" name="TextShape 2"/>
          <p:cNvSpPr txBox="1"/>
          <p:nvPr/>
        </p:nvSpPr>
        <p:spPr>
          <a:xfrm>
            <a:off x="457200" y="160452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marL="334800" indent="-334800"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/etc/suricata/suracata.yaml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4760" indent="-277560">
              <a:spcBef>
                <a:spcPts val="598"/>
              </a:spcBef>
              <a:buClr>
                <a:srgbClr val="ccff00"/>
              </a:buClr>
              <a:buSzPct val="50000"/>
              <a:buFont typeface="Wingdings" charset="2"/>
              <a:buChar char=""/>
              <a:tabLst>
                <a:tab algn="l" pos="163440"/>
                <a:tab algn="l" pos="612720"/>
                <a:tab algn="l" pos="1062000"/>
                <a:tab algn="l" pos="1511280"/>
                <a:tab algn="l" pos="1960560"/>
                <a:tab algn="l" pos="2409480"/>
                <a:tab algn="l" pos="2858760"/>
                <a:tab algn="l" pos="3308040"/>
                <a:tab algn="l" pos="3757320"/>
                <a:tab algn="l" pos="4206600"/>
                <a:tab algn="l" pos="4655880"/>
                <a:tab algn="l" pos="5105160"/>
                <a:tab algn="l" pos="5554440"/>
                <a:tab algn="l" pos="6003720"/>
                <a:tab algn="l" pos="6453000"/>
                <a:tab algn="l" pos="6902280"/>
                <a:tab algn="l" pos="7351560"/>
                <a:tab algn="l" pos="7800840"/>
                <a:tab algn="l" pos="8250120"/>
                <a:tab algn="l" pos="8699400"/>
              </a:tabLst>
            </a:pPr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instellen netwerken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4760" indent="-277560">
              <a:spcBef>
                <a:spcPts val="598"/>
              </a:spcBef>
              <a:buClr>
                <a:srgbClr val="ccff00"/>
              </a:buClr>
              <a:buSzPct val="50000"/>
              <a:buFont typeface="Wingdings" charset="2"/>
              <a:buChar char=""/>
              <a:tabLst>
                <a:tab algn="l" pos="163440"/>
                <a:tab algn="l" pos="612720"/>
                <a:tab algn="l" pos="1062000"/>
                <a:tab algn="l" pos="1511280"/>
                <a:tab algn="l" pos="1960560"/>
                <a:tab algn="l" pos="2409480"/>
                <a:tab algn="l" pos="2858760"/>
                <a:tab algn="l" pos="3308040"/>
                <a:tab algn="l" pos="3757320"/>
                <a:tab algn="l" pos="4206600"/>
                <a:tab algn="l" pos="4655880"/>
                <a:tab algn="l" pos="5105160"/>
                <a:tab algn="l" pos="5554440"/>
                <a:tab algn="l" pos="6003720"/>
                <a:tab algn="l" pos="6453000"/>
                <a:tab algn="l" pos="6902280"/>
                <a:tab algn="l" pos="7351560"/>
                <a:tab algn="l" pos="7800840"/>
                <a:tab algn="l" pos="8250120"/>
                <a:tab algn="l" pos="8699400"/>
              </a:tabLst>
            </a:pPr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instellen regels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4760" indent="-277560">
              <a:spcBef>
                <a:spcPts val="598"/>
              </a:spcBef>
              <a:buClr>
                <a:srgbClr val="ccff00"/>
              </a:buClr>
              <a:buSzPct val="50000"/>
              <a:buFont typeface="Wingdings" charset="2"/>
              <a:buChar char=""/>
              <a:tabLst>
                <a:tab algn="l" pos="163440"/>
                <a:tab algn="l" pos="612720"/>
                <a:tab algn="l" pos="1062000"/>
                <a:tab algn="l" pos="1511280"/>
                <a:tab algn="l" pos="1960560"/>
                <a:tab algn="l" pos="2409480"/>
                <a:tab algn="l" pos="2858760"/>
                <a:tab algn="l" pos="3308040"/>
                <a:tab algn="l" pos="3757320"/>
                <a:tab algn="l" pos="4206600"/>
                <a:tab algn="l" pos="4655880"/>
                <a:tab algn="l" pos="5105160"/>
                <a:tab algn="l" pos="5554440"/>
                <a:tab algn="l" pos="6003720"/>
                <a:tab algn="l" pos="6453000"/>
                <a:tab algn="l" pos="6902280"/>
                <a:tab algn="l" pos="7351560"/>
                <a:tab algn="l" pos="7800840"/>
                <a:tab algn="l" pos="8250120"/>
                <a:tab algn="l" pos="8699400"/>
              </a:tabLst>
            </a:pP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4800" indent="-334800">
              <a:lnSpc>
                <a:spcPct val="100000"/>
              </a:lnSpc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/etc/suricata/rules 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734760" indent="-277560">
              <a:spcBef>
                <a:spcPts val="598"/>
              </a:spcBef>
              <a:buClr>
                <a:srgbClr val="ccff00"/>
              </a:buClr>
              <a:buSzPct val="50000"/>
              <a:buFont typeface="Wingdings" charset="2"/>
              <a:buChar char=""/>
              <a:tabLst>
                <a:tab algn="l" pos="163440"/>
                <a:tab algn="l" pos="612720"/>
                <a:tab algn="l" pos="1062000"/>
                <a:tab algn="l" pos="1511280"/>
                <a:tab algn="l" pos="1960560"/>
                <a:tab algn="l" pos="2409480"/>
                <a:tab algn="l" pos="2858760"/>
                <a:tab algn="l" pos="3308040"/>
                <a:tab algn="l" pos="3757320"/>
                <a:tab algn="l" pos="4206600"/>
                <a:tab algn="l" pos="4655880"/>
                <a:tab algn="l" pos="5105160"/>
                <a:tab algn="l" pos="5554440"/>
                <a:tab algn="l" pos="6003720"/>
                <a:tab algn="l" pos="6453000"/>
                <a:tab algn="l" pos="6902280"/>
                <a:tab algn="l" pos="7351560"/>
                <a:tab algn="l" pos="7800840"/>
                <a:tab algn="l" pos="8250120"/>
                <a:tab algn="l" pos="8699400"/>
              </a:tabLst>
            </a:pPr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updates door suricata/oinkmaster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334800" indent="-334800">
              <a:lnSpc>
                <a:spcPct val="100000"/>
              </a:lnSpc>
              <a:spcBef>
                <a:spcPts val="598"/>
              </a:spcBef>
              <a:buClr>
                <a:srgbClr val="ccff00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systemctl start/stop/status suricata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transition spd="slow">
    <p:comb dir="horz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864720" y="442800"/>
            <a:ext cx="7954920" cy="109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nl-BE" sz="2800" spc="-1" strike="noStrike">
                <a:solidFill>
                  <a:srgbClr val="000000"/>
                </a:solidFill>
                <a:latin typeface="Arial Narrow"/>
              </a:rPr>
              <a:t>Chinese Firewall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457200" y="160452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p>
            <a:pPr marL="432000" indent="-32400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Baidu ipv Google (Maps, Search)</a:t>
            </a:r>
            <a:br/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432000" indent="-32400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QQ/WeChat ipv Messenger/Discord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-324000">
              <a:spcBef>
                <a:spcPts val="598"/>
              </a:spcBef>
              <a:buClr>
                <a:srgbClr val="0c2c80"/>
              </a:buClr>
              <a:buSzPct val="60000"/>
              <a:buFont typeface="Wingdings" charset="2"/>
              <a:buChar char=""/>
              <a:tabLst>
                <a:tab algn="l" pos="163440"/>
                <a:tab algn="l" pos="612720"/>
                <a:tab algn="l" pos="1062000"/>
                <a:tab algn="l" pos="1511280"/>
                <a:tab algn="l" pos="1960560"/>
                <a:tab algn="l" pos="2409480"/>
                <a:tab algn="l" pos="2858760"/>
                <a:tab algn="l" pos="3308040"/>
                <a:tab algn="l" pos="3757320"/>
                <a:tab algn="l" pos="4206600"/>
                <a:tab algn="l" pos="4655880"/>
                <a:tab algn="l" pos="5105160"/>
                <a:tab algn="l" pos="5554440"/>
                <a:tab algn="l" pos="6003720"/>
                <a:tab algn="l" pos="6453000"/>
                <a:tab algn="l" pos="6902280"/>
                <a:tab algn="l" pos="7351560"/>
                <a:tab algn="l" pos="7800840"/>
                <a:tab algn="l" pos="8250120"/>
                <a:tab algn="l" pos="8699400"/>
              </a:tabLst>
            </a:pPr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Blokkeren woorden/images</a:t>
            </a:r>
            <a:br/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432000" indent="-32400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Youku ipv Youtube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432000" indent="-32400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marL="432000" indent="-324000">
              <a:lnSpc>
                <a:spcPct val="100000"/>
              </a:lnSpc>
              <a:spcAft>
                <a:spcPts val="1417"/>
              </a:spcAft>
              <a:buClr>
                <a:srgbClr val="c4d82f"/>
              </a:buClr>
              <a:buFont typeface="Wingdings" charset="2"/>
              <a:buChar char=""/>
              <a:tabLst>
                <a:tab algn="l" pos="114120"/>
                <a:tab algn="l" pos="563400"/>
                <a:tab algn="l" pos="1012680"/>
                <a:tab algn="l" pos="1461960"/>
                <a:tab algn="l" pos="1911240"/>
                <a:tab algn="l" pos="2360520"/>
                <a:tab algn="l" pos="2809800"/>
                <a:tab algn="l" pos="3259080"/>
                <a:tab algn="l" pos="3708360"/>
                <a:tab algn="l" pos="4157640"/>
                <a:tab algn="l" pos="4606920"/>
                <a:tab algn="l" pos="5055840"/>
                <a:tab algn="l" pos="5505120"/>
                <a:tab algn="l" pos="5954400"/>
                <a:tab algn="l" pos="6403680"/>
                <a:tab algn="l" pos="6852960"/>
                <a:tab algn="l" pos="7302240"/>
                <a:tab algn="l" pos="7751520"/>
                <a:tab algn="l" pos="8200800"/>
                <a:tab algn="l" pos="8650080"/>
              </a:tabLst>
            </a:pPr>
            <a:r>
              <a:rPr b="1" lang="nl-BE" sz="2400" spc="-1" strike="noStrike">
                <a:solidFill>
                  <a:srgbClr val="000000"/>
                </a:solidFill>
                <a:latin typeface="Times New Roman"/>
              </a:rPr>
              <a:t>Alibaba/Banggood/Aliexpress</a:t>
            </a:r>
            <a:endParaRPr b="1" lang="nl-BE" sz="2400" spc="-1" strike="noStrike">
              <a:solidFill>
                <a:srgbClr val="000000"/>
              </a:solidFill>
              <a:latin typeface="Times New Roman"/>
            </a:endParaRPr>
          </a:p>
          <a:p>
            <a:pPr lvl="1" marL="864000" indent="-324000">
              <a:spcBef>
                <a:spcPts val="598"/>
              </a:spcBef>
              <a:buClr>
                <a:srgbClr val="0c2c80"/>
              </a:buClr>
              <a:buSzPct val="60000"/>
              <a:buFont typeface="Wingdings" charset="2"/>
              <a:buChar char=""/>
              <a:tabLst>
                <a:tab algn="l" pos="163440"/>
                <a:tab algn="l" pos="612720"/>
                <a:tab algn="l" pos="1062000"/>
                <a:tab algn="l" pos="1511280"/>
                <a:tab algn="l" pos="1960560"/>
                <a:tab algn="l" pos="2409480"/>
                <a:tab algn="l" pos="2858760"/>
                <a:tab algn="l" pos="3308040"/>
                <a:tab algn="l" pos="3757320"/>
                <a:tab algn="l" pos="4206600"/>
                <a:tab algn="l" pos="4655880"/>
                <a:tab algn="l" pos="5105160"/>
                <a:tab algn="l" pos="5554440"/>
                <a:tab algn="l" pos="6003720"/>
                <a:tab algn="l" pos="6453000"/>
                <a:tab algn="l" pos="6902280"/>
                <a:tab algn="l" pos="7351560"/>
                <a:tab algn="l" pos="7800840"/>
                <a:tab algn="l" pos="8250120"/>
                <a:tab algn="l" pos="8699400"/>
              </a:tabLst>
            </a:pPr>
            <a:r>
              <a:rPr b="0" lang="nl-BE" sz="2400" spc="-1" strike="noStrike">
                <a:solidFill>
                  <a:srgbClr val="000000"/>
                </a:solidFill>
                <a:latin typeface="Times New Roman"/>
              </a:rPr>
              <a:t>Populair omdat de rest verboden is</a:t>
            </a:r>
            <a:endParaRPr b="0" lang="nl-BE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5607360" y="2132640"/>
            <a:ext cx="1342080" cy="1342080"/>
          </a:xfrm>
          <a:prstGeom prst="rect">
            <a:avLst/>
          </a:prstGeom>
          <a:ln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5760720" y="1097280"/>
            <a:ext cx="2286000" cy="1284840"/>
          </a:xfrm>
          <a:prstGeom prst="rect">
            <a:avLst/>
          </a:prstGeom>
          <a:ln>
            <a:noFill/>
          </a:ln>
        </p:spPr>
      </p:pic>
      <p:pic>
        <p:nvPicPr>
          <p:cNvPr id="67" name="" descr=""/>
          <p:cNvPicPr/>
          <p:nvPr/>
        </p:nvPicPr>
        <p:blipFill>
          <a:blip r:embed="rId3"/>
          <a:stretch/>
        </p:blipFill>
        <p:spPr>
          <a:xfrm>
            <a:off x="5852160" y="3108960"/>
            <a:ext cx="1897920" cy="1897920"/>
          </a:xfrm>
          <a:prstGeom prst="rect">
            <a:avLst/>
          </a:prstGeom>
          <a:ln>
            <a:noFill/>
          </a:ln>
        </p:spPr>
      </p:pic>
    </p:spTree>
  </p:cSld>
  <p:transition spd="slow">
    <p:comb dir="horz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Shape 1"/>
          <p:cNvSpPr txBox="1"/>
          <p:nvPr/>
        </p:nvSpPr>
        <p:spPr>
          <a:xfrm>
            <a:off x="864720" y="442800"/>
            <a:ext cx="7954920" cy="10976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r>
              <a:rPr b="1" lang="nl-BE" sz="2800" spc="-1" strike="noStrike">
                <a:solidFill>
                  <a:srgbClr val="000000"/>
                </a:solidFill>
                <a:latin typeface="Arial Narrow"/>
              </a:rPr>
              <a:t>Cisco en the Chinese Firewall</a:t>
            </a:r>
            <a:endParaRPr b="1" lang="nl-BE" sz="2800" spc="-1" strike="noStrike">
              <a:solidFill>
                <a:srgbClr val="000000"/>
              </a:solidFill>
              <a:latin typeface="Arial Narrow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766440" y="1590480"/>
            <a:ext cx="7054560" cy="4991040"/>
          </a:xfrm>
          <a:prstGeom prst="rect">
            <a:avLst/>
          </a:prstGeom>
          <a:ln>
            <a:noFill/>
          </a:ln>
        </p:spPr>
      </p:pic>
    </p:spTree>
  </p:cSld>
  <p:transition spd="slow">
    <p:comb dir="horz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2021-10-20T10:05:36Z</dcterms:modified>
  <cp:revision>62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Jan Celis</vt:lpwstr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</Properties>
</file>